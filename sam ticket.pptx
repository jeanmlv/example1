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C1E791-7E74-36E1-AB00-8B701516C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22B840-6CB8-ED22-6B90-0FF366C8D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DF0C12-16E0-4CB6-7A10-98040849B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60F57-648A-482B-A1B0-D88EB0B6D9DE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BFB690-C30C-1BAF-4709-A6C678B14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43FF52-4540-7E2E-9DDE-4E1C4562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9A98-641C-45F1-A0CA-2D9A97374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79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FD170-7282-BCE7-D2DD-D917CA73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2D7520-6ED7-7F6D-43CF-781E53A8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1E0AFA-B24F-169A-647D-6E052746B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60F57-648A-482B-A1B0-D88EB0B6D9DE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2B0846-BDAF-C415-25FF-9597474EA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3521C3-A3E0-AA36-ABAA-4BAFDDD27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9A98-641C-45F1-A0CA-2D9A97374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4812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0058B-CD0F-6119-7A9E-A8BE0203C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CB4A61-8A9E-67F6-F137-419530019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04A6B8-48C6-4E48-B712-CFE99BB2B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60F57-648A-482B-A1B0-D88EB0B6D9DE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7DEBB5-30EB-5668-92B7-B7056D502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4E6DF6-FE45-350F-F2F9-192355B3E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9A98-641C-45F1-A0CA-2D9A97374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794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B4B7D-B156-645F-F87A-9DAD88474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6A029A-0B6C-5BA6-43FA-A57E1DA8C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6D0625C-5096-040E-6228-C0F7745C9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BD3E4F-F453-6C98-C1D7-9DE53F69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60F57-648A-482B-A1B0-D88EB0B6D9DE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38C729-8463-375C-4375-2B751864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BE6E57-5C2B-C7D0-7168-7DAE8A0DA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9A98-641C-45F1-A0CA-2D9A97374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575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6F354-AD8B-8288-420E-A2F45CF2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01C6EF-4088-B38C-4F9D-3A538595B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81BDC1-AFCC-B63A-291E-5254A18FB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C0F846D-A932-E1FA-FB5C-64219B262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6A3E0B-6C74-5F6A-DEE4-EBC00E2D5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FA506D4-D432-04F9-57F2-0D144B8EE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60F57-648A-482B-A1B0-D88EB0B6D9DE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42E9C3C-F747-F067-65F6-B7D44011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76073B8-80DE-C301-5FC7-5BE3C310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9A98-641C-45F1-A0CA-2D9A97374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0202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91162-3258-A4B9-25B6-ACF745B0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82FEAF-BEF7-422E-2A1A-D63321C20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60F57-648A-482B-A1B0-D88EB0B6D9DE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DEC5705-5F1F-4D33-EA54-A8E887A38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79B885F-248E-0B73-5608-54E58AD06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9A98-641C-45F1-A0CA-2D9A97374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4067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DA9058-C7B9-C0FC-0D68-3CD385EE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60F57-648A-482B-A1B0-D88EB0B6D9DE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2A861B4-E262-C842-EE84-E6287ED1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08BF9D-F33C-5E9F-4C38-278CE4126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9A98-641C-45F1-A0CA-2D9A97374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5284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88FE1-B9AC-FED4-AFC4-A4A51E492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DE6F91-6D80-C1D0-AD61-2ECA59D04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507D367-C1B0-7EF9-84C5-451D7CB17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833248-C4E5-ABD6-41C3-A33AEB411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60F57-648A-482B-A1B0-D88EB0B6D9DE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4EB009-4394-3804-9420-0086BD96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E0A174-512D-0045-51BE-E3D5A1A9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9A98-641C-45F1-A0CA-2D9A97374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218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B51C33-F202-1AE4-70A7-FB0407FD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B7CB2C6-B102-181B-59A3-5961286E7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0D61F85-9197-CBE6-205C-F5E155F76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D9F7D1-85AB-E06D-30BE-036118CE8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60F57-648A-482B-A1B0-D88EB0B6D9DE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C894D2-83F3-4DF5-1A5E-4FC8776D1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FF7B82-0324-4FD5-1785-0037E9A91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9A98-641C-45F1-A0CA-2D9A97374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743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CA71E-D969-7232-6DB1-47B12E2E4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15615A7-D4B9-F952-3191-F43BCD3F9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968639-9762-435D-8019-A5789C052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60F57-648A-482B-A1B0-D88EB0B6D9DE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50791B-4C2F-4FE8-F58E-68C4EB24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C4630C-FDAB-426D-F454-D459E4161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9A98-641C-45F1-A0CA-2D9A97374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55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871EF7-D081-13A6-11C8-7AA3437C0A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319804-1729-359D-666F-145B070B9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FDC777-9B47-B8D6-C619-FA395281A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60F57-648A-482B-A1B0-D88EB0B6D9DE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4D7E85-6879-05DA-C103-1EAB9EE3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7B5A58-9033-41D4-1906-EA678D3E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9A98-641C-45F1-A0CA-2D9A97374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2591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5FC4D8-AB8A-CAB4-0B09-E4F05781D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DDB41C-B536-CF4E-F941-2E02EB1D1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A0A040-23F3-7416-1CE7-EF168600ED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60F57-648A-482B-A1B0-D88EB0B6D9DE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7115C6-2C9A-AED5-1210-3CB7487B0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97EA13-26FC-A5A9-07CE-6CA1C3C75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79A98-641C-45F1-A0CA-2D9A97374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75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F489746C-1B71-A7A0-C4D1-830D7517AF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526"/>
          <a:stretch>
            <a:fillRect/>
          </a:stretch>
        </p:blipFill>
        <p:spPr>
          <a:xfrm>
            <a:off x="0" y="118966"/>
            <a:ext cx="5178490" cy="3429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B18CEE5-6D95-4E4D-C47D-2A31EE920F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990"/>
          <a:stretch>
            <a:fillRect/>
          </a:stretch>
        </p:blipFill>
        <p:spPr>
          <a:xfrm>
            <a:off x="5365101" y="193610"/>
            <a:ext cx="5243805" cy="34290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306432BD-4F6D-C949-FFD4-88EEAD93F6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6158"/>
          <a:stretch>
            <a:fillRect/>
          </a:stretch>
        </p:blipFill>
        <p:spPr>
          <a:xfrm>
            <a:off x="750853" y="3310034"/>
            <a:ext cx="5345147" cy="342900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842BF22-CC36-8EC1-D6DE-1F885F4E22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8183"/>
          <a:stretch>
            <a:fillRect/>
          </a:stretch>
        </p:blipFill>
        <p:spPr>
          <a:xfrm>
            <a:off x="6408606" y="3622610"/>
            <a:ext cx="509834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58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3B5104CD-139F-6F6A-4282-9097C07024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186"/>
          <a:stretch>
            <a:fillRect/>
          </a:stretch>
        </p:blipFill>
        <p:spPr>
          <a:xfrm>
            <a:off x="340567" y="284583"/>
            <a:ext cx="534177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133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mendes</dc:creator>
  <cp:lastModifiedBy>jean mendes</cp:lastModifiedBy>
  <cp:revision>1</cp:revision>
  <dcterms:created xsi:type="dcterms:W3CDTF">2026-10-16T14:56:13Z</dcterms:created>
  <dcterms:modified xsi:type="dcterms:W3CDTF">2026-10-16T17:20:16Z</dcterms:modified>
</cp:coreProperties>
</file>